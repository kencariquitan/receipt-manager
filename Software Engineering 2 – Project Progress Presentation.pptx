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6732-7637-0F47-8CB8-E66EA80AB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FBFE3-BC31-8555-04CD-37687905C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F1839-EC63-F356-37D1-F3F5A829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14D0C-1A29-04CB-DC48-7E2EBEB3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1C82A-9A29-7A4E-4EE7-2F3CA373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03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AF83-2AF1-E1C8-F778-CE236AED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FFC7D-852B-8A36-D08C-562EF58B9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7B6F9-4DE6-1659-037B-342CC11A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F7022-0D7F-9829-070D-71655588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8EA88-CEE2-38D8-4518-27D527CD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6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2ED0-0AA9-8450-DFEA-BC3A9A7F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25D3F-CC8E-9501-2A45-B0B8D8D6A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849F6-C74F-3528-E036-8F66EC93C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889FD-0021-512A-3C1F-F6EFE452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74235-35FA-9FD4-7D80-A87D479D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2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E9089-CAF9-1B90-DA19-FAF00C99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91D5B-8089-220D-8EB8-EE8E2459A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3E111-DC74-550D-9B66-DF006C8A9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7E3D4-C698-E514-569E-C9BED037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330BD-B914-BA5E-6547-2EC24CC6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59880-8126-80B1-7486-AEA5C564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30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460D-D056-5A92-84F5-5E6D25C1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7B33A-9A0C-432A-07B1-400ABB984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D5A97-76F4-ECE2-C9CC-B1A8783D3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97639-C4A2-7445-B9E0-4370EAC35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2EA6F-FF4B-F419-AD74-2197C448D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A8274-0524-A993-CE01-2B2AF1F5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9B6119-F8EB-4341-4461-66DC9F3F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96B56E-32BF-95F7-F8C2-6ADCD0B12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42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3C6BD-8B04-9C0A-9691-6198F0F78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90AE7-7915-C0D9-27EB-DFEF69CB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15E2A-3631-C56C-FB94-F313BFC11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85F05-1C3B-6A19-4DC2-0EAB218F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4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1CAEA-26EA-2C49-6850-D97C5120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E1220D-48B9-248E-8937-E08495A95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3DE4B-43CF-D606-C6F1-E776DBF2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6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A141-8A6F-D9C7-4D49-0B253014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688FD-2892-DBEB-F7EF-C339C3F7D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07048-D96B-A64A-C183-84865236D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9D21E-8FAA-63A4-5A09-B3C0C772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543D5-B3E0-BF12-6525-23FD6B683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7F191-6194-8738-1527-8F30AA76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2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7E9E-80BB-306E-9ABE-BE291317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1711AF-42D1-3C70-C88F-4780B297E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B7755-689C-22DA-0E25-03F06211E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F4134-230C-EB7C-6BE1-3763C0BA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2C69A-290D-9F9A-5CA5-3B515A7E3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DCA87-A2FD-164F-A95B-156EA951F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7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C4F10-FB29-9B0C-6954-8EDCB310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F36C9-0372-7765-2E14-F0348CA34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E9F56-C2FC-7DC3-FD7D-F57CB641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9718B-7AE1-D7BB-DACC-9E4275F4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7CE31-F425-6EB4-71C3-EC72D5C0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6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1E81F3-042F-EC55-502B-C36FC4C2F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9D2F8-C7A8-A45F-D1A9-9640CDDE3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48D57-3ED7-1EF2-AAC8-5D7E46A4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F2050-2170-AADA-C837-C1A2F8CA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76890-66A2-88EE-F44F-EEC466E6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5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FFA1C-4842-E08D-58B6-CEEF105A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5B995-46DC-92B0-BACF-48D8D2A04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BE445-3500-1D2F-2271-823B7B02C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28D95-FE72-452A-B271-F471A5857BC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C8CAA-5ECC-ACCC-8CA5-CE38E5F7B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2C0E5-26B4-43AC-1E7F-A769C2993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71F12-8B83-4E5A-81E1-493654FB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4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A81F-940E-C6EC-FA85-9BA192DA97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Software Engineering 2 – Project Progress Presentation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875A4-7151-0A51-EE6B-8013E8627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Team Name / Members</a:t>
            </a:r>
          </a:p>
        </p:txBody>
      </p:sp>
    </p:spTree>
    <p:extLst>
      <p:ext uri="{BB962C8B-B14F-4D97-AF65-F5344CB8AC3E}">
        <p14:creationId xmlns:p14="http://schemas.microsoft.com/office/powerpoint/2010/main" val="94774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0451-4A50-3EAD-EB68-54CDEE04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21C8E-AC50-F80C-5272-DEF20EE04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system description (what it does, who it’s for)</a:t>
            </a:r>
          </a:p>
          <a:p>
            <a:r>
              <a:rPr lang="en-US" dirty="0"/>
              <a:t>Problem it solves</a:t>
            </a:r>
          </a:p>
          <a:p>
            <a:r>
              <a:rPr lang="en-US" dirty="0"/>
              <a:t>Core 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177188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0451-4A50-3EAD-EB68-54CDEE04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21C8E-AC50-F80C-5272-DEF20EE04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 Name / Members</a:t>
            </a:r>
          </a:p>
          <a:p>
            <a:r>
              <a:rPr lang="en-US" dirty="0"/>
              <a:t>Brief system description (what it does, who it’s for)</a:t>
            </a:r>
          </a:p>
          <a:p>
            <a:r>
              <a:rPr lang="en-US" dirty="0"/>
              <a:t>Problem it solves</a:t>
            </a:r>
          </a:p>
          <a:p>
            <a:r>
              <a:rPr lang="en-US" dirty="0"/>
              <a:t>Core 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339184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DDE3-F9DF-5BB8-CDEA-31C66D11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DFE86A-A9A7-D602-62EC-B41A9CD4A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9364624"/>
              </p:ext>
            </p:extLst>
          </p:nvPr>
        </p:nvGraphicFramePr>
        <p:xfrm>
          <a:off x="838200" y="1965960"/>
          <a:ext cx="10515600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90454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985312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Area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289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Design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429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UI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038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Testing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🔴 Not Started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3545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2B2EBE-4BFE-1A7E-C3C6-EFBBE3A8146A}"/>
              </a:ext>
            </a:extLst>
          </p:cNvPr>
          <p:cNvSpPr txBox="1"/>
          <p:nvPr/>
        </p:nvSpPr>
        <p:spPr>
          <a:xfrm>
            <a:off x="838200" y="150602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Visualize your progress using a table or chart: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1F7C0-D9FD-FE57-5268-D6D1A607DA87}"/>
              </a:ext>
            </a:extLst>
          </p:cNvPr>
          <p:cNvSpPr txBox="1"/>
          <p:nvPr/>
        </p:nvSpPr>
        <p:spPr>
          <a:xfrm>
            <a:off x="838200" y="366197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(You may use a Gantt chart or progress bar for visual appeal.)</a:t>
            </a:r>
          </a:p>
        </p:txBody>
      </p:sp>
    </p:spTree>
    <p:extLst>
      <p:ext uri="{BB962C8B-B14F-4D97-AF65-F5344CB8AC3E}">
        <p14:creationId xmlns:p14="http://schemas.microsoft.com/office/powerpoint/2010/main" val="296049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79A0-5955-0AEB-6AB8-FA744AE9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Implementation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3FD6E-E332-269F-F39C-B669EA010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patterns implemented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Refactoring actions performed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New or improved features</a:t>
            </a:r>
          </a:p>
          <a:p>
            <a:pPr marL="0" indent="0">
              <a:buNone/>
            </a:pPr>
            <a:r>
              <a:rPr lang="en-US" i="1" dirty="0"/>
              <a:t>(Show “Before vs. After” screenshots or short code snippets.)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84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4D04-44F1-8C29-D511-ECF51DC7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to Previous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77AAD-651E-2AC8-85D5-57D249A13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Mention project feedback/issues/concerns from last report</a:t>
            </a:r>
          </a:p>
          <a:p>
            <a:r>
              <a:rPr lang="en-US" dirty="0"/>
              <a:t>Show how your team addressed those issues</a:t>
            </a:r>
          </a:p>
          <a:p>
            <a:r>
              <a:rPr lang="en-US" dirty="0"/>
              <a:t>Example: “Database schema normalized and duplicate tables removed.”</a:t>
            </a:r>
          </a:p>
        </p:txBody>
      </p:sp>
    </p:spTree>
    <p:extLst>
      <p:ext uri="{BB962C8B-B14F-4D97-AF65-F5344CB8AC3E}">
        <p14:creationId xmlns:p14="http://schemas.microsoft.com/office/powerpoint/2010/main" val="3848050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86FB-7190-57F4-FB3A-B8ADB459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Needing Improvement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E84453-756E-73F2-2E4A-7918F00A2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60143"/>
              </p:ext>
            </p:extLst>
          </p:nvPr>
        </p:nvGraphicFramePr>
        <p:xfrm>
          <a:off x="838200" y="2073349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521391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573770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83155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Planned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24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Report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Slow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Optimize SQL 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17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role-based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middleware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93379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082EF16-6712-264B-88A0-68C34967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7442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current limitations or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55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Software Engineering 2 – Project Progress Presentation</vt:lpstr>
      <vt:lpstr>Project Overview</vt:lpstr>
      <vt:lpstr>Project Overview</vt:lpstr>
      <vt:lpstr>Progress Summary</vt:lpstr>
      <vt:lpstr>Key Implementation Highlights</vt:lpstr>
      <vt:lpstr>Response to Previous Feedback</vt:lpstr>
      <vt:lpstr>Areas Needing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2 – Project Progress Presentation</dc:title>
  <dc:creator>Daryl Ivan Hisola</dc:creator>
  <cp:lastModifiedBy>Daryl Ivan Hisola</cp:lastModifiedBy>
  <cp:revision>1</cp:revision>
  <dcterms:created xsi:type="dcterms:W3CDTF">2025-11-11T02:11:49Z</dcterms:created>
  <dcterms:modified xsi:type="dcterms:W3CDTF">2025-11-11T02:18:04Z</dcterms:modified>
</cp:coreProperties>
</file>